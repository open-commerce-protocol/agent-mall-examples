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19275" y="825500"/>
            <a:ext cx="3229610" cy="12915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65675" y="4942840"/>
            <a:ext cx="3229610" cy="937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42840" y="5088890"/>
            <a:ext cx="2875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基于关键词和向量的商品</a:t>
            </a:r>
            <a:r>
              <a:rPr lang="zh-CN" altLang="en-US"/>
              <a:t>数据库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745605" y="913765"/>
            <a:ext cx="3229610" cy="937260"/>
            <a:chOff x="10623" y="1439"/>
            <a:chExt cx="5086" cy="1476"/>
          </a:xfrm>
        </p:grpSpPr>
        <p:sp>
          <p:nvSpPr>
            <p:cNvPr id="7" name="矩形 6"/>
            <p:cNvSpPr/>
            <p:nvPr/>
          </p:nvSpPr>
          <p:spPr>
            <a:xfrm>
              <a:off x="10623" y="1439"/>
              <a:ext cx="5086" cy="147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1069" y="2005"/>
              <a:ext cx="452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商家输入商品</a:t>
              </a:r>
              <a:r>
                <a:rPr lang="zh-CN" altLang="en-US"/>
                <a:t>数据</a:t>
              </a:r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7028815" y="2877820"/>
            <a:ext cx="3229610" cy="937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99935" y="3190240"/>
            <a:ext cx="287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 Agent </a:t>
            </a:r>
            <a:r>
              <a:rPr lang="zh-CN" altLang="en-US"/>
              <a:t>进行数据</a:t>
            </a:r>
            <a:r>
              <a:rPr lang="zh-CN" altLang="en-US"/>
              <a:t>改造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622425" y="3190240"/>
            <a:ext cx="3542665" cy="9378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819275" y="1109980"/>
            <a:ext cx="2875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用户使用自然</a:t>
            </a:r>
            <a:r>
              <a:rPr lang="zh-CN" altLang="en-US"/>
              <a:t>语言输入</a:t>
            </a:r>
            <a:r>
              <a:rPr lang="zh-CN" altLang="en-US"/>
              <a:t>需求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890395" y="3336925"/>
            <a:ext cx="2875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 Agent </a:t>
            </a:r>
            <a:r>
              <a:rPr lang="zh-CN" altLang="en-US"/>
              <a:t>基于关键词与向量</a:t>
            </a:r>
            <a:r>
              <a:rPr lang="zh-CN" altLang="en-US"/>
              <a:t>检索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8291830" y="1976120"/>
            <a:ext cx="44450" cy="737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866005" y="4166870"/>
            <a:ext cx="971550" cy="676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3415665" y="2358390"/>
            <a:ext cx="438785" cy="671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7793990" y="4162425"/>
            <a:ext cx="44450" cy="737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流岚</cp:lastModifiedBy>
  <cp:revision>157</cp:revision>
  <dcterms:created xsi:type="dcterms:W3CDTF">2019-06-19T02:08:00Z</dcterms:created>
  <dcterms:modified xsi:type="dcterms:W3CDTF">2026-10-11T08:44:33Z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D97BC8E5A3C5461F939899A4266536CE_11</vt:lpwstr>
  </property>
</Properties>
</file>